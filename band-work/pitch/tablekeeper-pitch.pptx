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blekeeper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Tablekeeper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200400"/>
            <a:ext cx="1371600" cy="73152"/>
          </a:xfrm>
          <a:prstGeom prst="rect">
            <a:avLst/>
          </a:prstGeom>
          <a:solidFill>
            <a:srgbClr val="C8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DDDDDD"/>
                </a:solidFill>
              </a:defRPr>
            </a:pPr>
            <a:r>
              <a:t>A restaurant booking app with three live AI agent seats</a:t>
            </a:r>
          </a:p>
          <a:p>
            <a:pPr>
              <a:spcAft>
                <a:spcPts val="800"/>
              </a:spcAft>
              <a:defRPr sz="1800">
                <a:solidFill>
                  <a:srgbClr val="DDDDDD"/>
                </a:solidFill>
              </a:defRPr>
            </a:pPr>
            <a:r>
              <a:t>WeAreDevelopers x BAND Dark Factory hackathon · Tablekeeper track</a:t>
            </a:r>
          </a:p>
          <a:p>
            <a:pPr>
              <a:spcAft>
                <a:spcPts val="800"/>
              </a:spcAft>
              <a:defRPr sz="1800">
                <a:solidFill>
                  <a:srgbClr val="DDDDDD"/>
                </a:solidFill>
              </a:defRPr>
            </a:pPr>
            <a:r>
              <a:t>Culltron (Pty) Ltd · Ashveer Ramlukan, founder</a:t>
            </a:r>
          </a:p>
          <a:p>
            <a:pPr>
              <a:spcAft>
                <a:spcPts val="800"/>
              </a:spcAft>
              <a:defRPr sz="1800">
                <a:solidFill>
                  <a:srgbClr val="DDDDDD"/>
                </a:solidFill>
              </a:defRPr>
            </a:pPr>
            <a:r>
              <a:t>github.com/CulltronOrg/dark-factory-tablekeeper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B2A3A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A guest wants a table. They should not have to phone, wait, or guess.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Plans change. Moving or cancelling a booking is often harder than making one.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The track asks for the full cycle: search, book, move, cancel.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We also want to show that a small agent team can build and check that 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Tablekeeper · Culltron (Pty) Ltd ·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B2A3A"/>
                </a:solidFill>
              </a:defRPr>
            </a:pPr>
            <a: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Search: find an open table for a date, time and party size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Book: hold the table and confirm it to the guest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Move: change the time or date of an existing booking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Cancel: release the table so someone else can take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Tablekeeper · Culltron (Pty) Ltd ·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B2A3A"/>
                </a:solidFill>
              </a:defRPr>
            </a:pPr>
            <a:r>
              <a:t>How a booking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1. Guest searches for a table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2. Guest picks a slot and books it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3. Guest moves the booking when plans change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4. Guest cancels when they cannot make it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Each step is a separate, testable action in 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Tablekeeper · Culltron (Pty) Ltd ·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B2A3A"/>
                </a:solidFill>
              </a:defRPr>
            </a:pPr>
            <a:r>
              <a:t>Three agent seats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Three agent seats comment on every action: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Coordinator: says what the step was meant to do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Implementer: says what the service did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Reviewer: checks the outcome in plain language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The booking engine stays the only authority; seat notes are advisory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Tablekeeper · Culltron (Pty) Ltd ·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B2A3A"/>
                </a:solidFill>
              </a:defRPr>
            </a:pPr>
            <a:r>
              <a:t>What is running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The app is live on Azure Container Apps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Search, book, move and cancel all work end to end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The three seats answer live through Azure OpenAI (gpt-5-mini) in about 2 seconds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If the model is unavailable, the app keeps working with simulated seats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68 local tests pass; the public repo is 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Tablekeeper · Culltron (Pty) Ltd ·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B2A3A"/>
                </a:solidFill>
              </a:defRPr>
            </a:pPr>
            <a:r>
              <a:t>Honest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This is not a judged Band room run; there is no room.json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Bookings and accounts are held in memory and reset on restart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One demo restaurant, The Late Room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Agent notes describe each step; they do not make booking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Tablekeeper · Culltron (Pty) Ltd ·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B2A3A"/>
                </a:solidFill>
              </a:defRPr>
            </a:pPr>
            <a:r>
              <a:t>What the judges will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A 2.5-minute video: youtu.be/6mPcC5qp_Og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A live recording of a guest searching, booking, moving and cancelling a table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The table stays selected through sign-up; no reference code to keep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The live demo and test steps are in the repo README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The code is in the public repo for anyone to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Tablekeeper · Culltron (Pty) Ltd ·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B2A3A"/>
                </a:solidFill>
              </a:defRPr>
            </a:pPr>
            <a:r>
              <a:t>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Culltron (Pty) Ltd, founded by Ashveer Ramlukan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Bootstrapped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No revenue, user or award claims; this is a hackathon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Tablekeeper · Culltron (Pty) Ltd ·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B2A3A"/>
                </a:solidFill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Watch the video: youtu.be/6mPcC5qp_Og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Try the live demo (link in the README)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Judge the full guest cycle: search, book, move, cancel</a:t>
            </a:r>
          </a:p>
          <a:p>
            <a:pPr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• Read the repo: github.com/CulltronOrg/dark-factory-tablekeeper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Tablekeeper · Culltron (Pty) Ltd ·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